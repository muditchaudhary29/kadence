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everyone! Let us talk about interview coaching—not the boring textbook stuff, but how to actually stop freezing up and rambling when a hiring manager asks you a tough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have all been there. In front of the mirror, we sound like Steve Jobs. In front of the interviewer, we sound like a glitching chatbot.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4 villains attack every candidate under stress. VoiceCraft was created to exterminate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VoiceCraft replaces awkward human feedback with objective, zero-judgment browser audio telemetry.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more guessing what interviewers will ask. Drop your actual project docs and get custom questions tailored to your exact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Notice the difference? Same raw story, but transformed into a high-impact executive response that gets you hired.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VoiceCraft, candidates turn interview anxiety into quantified confidence.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everyone! Open for questions and live demos.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0698480" cy="5120640"/>
          </a:xfrm>
          <a:prstGeom prst="rect">
            <a:avLst/>
          </a:prstGeom>
          <a:solidFill>
            <a:srgbClr val="1E293B"/>
          </a:solidFill>
          <a:ln w="381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09728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🗣️ VOICE CRAFT (KADENCE AI)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1645920"/>
            <a:ext cx="996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How to Stop Sounding Like a Nervous Potato in Technical Interviews 🥔✨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97280" y="301752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AI-Powered Vocal Telemetry Engine That Banishes "Um", "Like", &amp; Awkward Panic Silences Forever.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97280" y="3840480"/>
            <a:ext cx="2468880" cy="640080"/>
          </a:xfrm>
          <a:prstGeom prst="roundRect">
            <a:avLst>
              <a:gd name="adj" fmla="val 21429"/>
            </a:avLst>
          </a:prstGeom>
          <a:solidFill>
            <a:srgbClr val="0F172A"/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8404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🚨 47 Filler Words / Min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49040" y="3840480"/>
            <a:ext cx="2468880" cy="640080"/>
          </a:xfrm>
          <a:prstGeom prst="roundRect">
            <a:avLst>
              <a:gd name="adj" fmla="val 21429"/>
            </a:avLst>
          </a:prstGeom>
          <a:solidFill>
            <a:srgbClr val="0F172A"/>
          </a:solidFill>
          <a:ln w="25400">
            <a:solidFill>
              <a:srgbClr val="FACC1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38404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🏎️ 220 WPM Panic Velocity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3840480"/>
            <a:ext cx="2468880" cy="640080"/>
          </a:xfrm>
          <a:prstGeom prst="roundRect">
            <a:avLst>
              <a:gd name="adj" fmla="val 21429"/>
            </a:avLst>
          </a:prstGeom>
          <a:solidFill>
            <a:srgbClr val="0F172A"/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38404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👻 The Ghost Result Syndrome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052560" y="3840480"/>
            <a:ext cx="2011680" cy="640080"/>
          </a:xfrm>
          <a:prstGeom prst="roundRect">
            <a:avLst>
              <a:gd name="adj" fmla="val 21429"/>
            </a:avLst>
          </a:prstGeom>
          <a:solidFill>
            <a:srgbClr val="0F172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52560" y="38404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🪄 1-Click Executive Magic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493776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Prepared for humans who want to get hired without sweating through their shirt  | 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EXPECTATION VS REALITY 🤡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Anatomy of an Interview Meltdown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😎 Me Practicing in Front of the Mirror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6888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Smooth, confident posture 🗿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Flawless STAR framework execution ✨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Speaking at a crisp 130 WPM executive velocity 👔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Zero hesitation, zero sweat, pure charisma 🔥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26480" y="1645920"/>
            <a:ext cx="5303520" cy="4389120"/>
          </a:xfrm>
          <a:prstGeom prst="rect">
            <a:avLst/>
          </a:prstGeom>
          <a:solidFill>
            <a:srgbClr val="1E293B"/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48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🫠 Me 30 Seconds into the Live Interview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246888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"Um, so... basically... like... you know..." 🔁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Brain reboots like Windows 95 mid-sentence 💻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Speaking at 210 WPM like Eminem speed-rapping 🎤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Forgot the Result entirely and ended with "...and yeah" 💀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CC1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HALL OF SHAME 🏆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Meet the 4 Villains Ruining Your Interviews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514600" cy="4389120"/>
          </a:xfrm>
          <a:prstGeom prst="rect">
            <a:avLst/>
          </a:prstGeom>
          <a:solidFill>
            <a:srgbClr val="1E293B"/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1168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🧟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68680" y="28346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Filler Fiend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Averages 18 "um"s and 24 "like"s per minute. Dilutes authority by 90%.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29000" y="1645920"/>
            <a:ext cx="2514600" cy="4389120"/>
          </a:xfrm>
          <a:prstGeom prst="rect">
            <a:avLst/>
          </a:prstGeom>
          <a:solidFill>
            <a:srgbClr val="1E293B"/>
          </a:solidFill>
          <a:ln w="25400">
            <a:solidFill>
              <a:srgbClr val="FACC1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201168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🏎️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566160" y="28346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Speed Demon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611880" y="3474720"/>
            <a:ext cx="2148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Speaks at 220 WPM without taking a single breath. Listener needs CPR.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645920"/>
            <a:ext cx="2514600" cy="4389120"/>
          </a:xfrm>
          <a:prstGeom prst="rect">
            <a:avLst/>
          </a:prstGeom>
          <a:solidFill>
            <a:srgbClr val="1E293B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201168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🦥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263640" y="28346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Sloth Pauser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09360" y="3474720"/>
            <a:ext cx="2148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4-second awkward silences between sentences while brain reboots.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823960" y="1645920"/>
            <a:ext cx="2514600" cy="4389120"/>
          </a:xfrm>
          <a:prstGeom prst="rect">
            <a:avLst/>
          </a:prstGeom>
          <a:solidFill>
            <a:srgbClr val="1E293B"/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23960" y="201168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👻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961120" y="28346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Ghost Result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006840" y="3474720"/>
            <a:ext cx="2148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Tells a 5-minute story... forgets to mention what actually happened.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SUPERHERO ARRIVES 🦸‍♂️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VoiceCraft (Kadence AI): Your Real-Time Vocal Telemetry Shield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12064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🎙️ Live Audio Waveform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Real-time Web Audio canvas visualizer so you can see your voice energy live.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26480" y="1645920"/>
            <a:ext cx="512064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⚡ WPM Speed Arc Gauge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228600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Keeps you right in the 120–160 WPM sweet spot. Green light = Exec speed, Red light = Chill out!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931920"/>
            <a:ext cx="512064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Filler Word Exterminator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457200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Detects "um", "like", "basically" instantly. Highlights them in red pill badges for public shame!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3931920"/>
            <a:ext cx="512064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📊 STAR Radar Analysis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0" y="457200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Visual multi-axis radar chart checking if you gave a real Result or just handed out vibes.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CC1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LAZY GENIUS FEATURE 🧠⚡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Notes-to-Questions: Drop Messy Docs -&gt; Get FAANG Questions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514600" cy="4389120"/>
          </a:xfrm>
          <a:prstGeom prst="rect">
            <a:avLst/>
          </a:prstGeom>
          <a:solidFill>
            <a:srgbClr val="1E293B"/>
          </a:solidFill>
          <a:ln w="25400">
            <a:solidFill>
              <a:srgbClr val="FACC1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CC1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📁 Step 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Dump Your Messy Notes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21488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Drag &amp; drop your 3-year-old resume draft, PDF, or messy .txt project notes.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29000" y="1645920"/>
            <a:ext cx="2514600" cy="4389120"/>
          </a:xfrm>
          <a:prstGeom prst="rect">
            <a:avLst/>
          </a:prstGeom>
          <a:solidFill>
            <a:srgbClr val="1E293B"/>
          </a:solidFill>
          <a:ln w="25400">
            <a:solidFill>
              <a:srgbClr val="FACC1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19202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CC1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🤖 Step 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11880" y="24688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Concept Sniffer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611880" y="3200400"/>
            <a:ext cx="21488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Extracts technical buzzwords, architecture terms, &amp; hidden achievements.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645920"/>
            <a:ext cx="2514600" cy="4389120"/>
          </a:xfrm>
          <a:prstGeom prst="rect">
            <a:avLst/>
          </a:prstGeom>
          <a:solidFill>
            <a:srgbClr val="1E293B"/>
          </a:solidFill>
          <a:ln w="25400">
            <a:solidFill>
              <a:srgbClr val="FACC1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9202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CC1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🔥 Step 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09360" y="24688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Grill Generator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09360" y="3200400"/>
            <a:ext cx="21488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Spits out 5-8 hyper-specific STAR &amp; technical questions tailored to YOUR project.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823960" y="1645920"/>
            <a:ext cx="2514600" cy="4389120"/>
          </a:xfrm>
          <a:prstGeom prst="rect">
            <a:avLst/>
          </a:prstGeom>
          <a:solidFill>
            <a:srgbClr val="1E293B"/>
          </a:solidFill>
          <a:ln w="25400">
            <a:solidFill>
              <a:srgbClr val="FACC1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06840" y="19202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CC1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🚀 Step 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006840" y="24688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1-Click Practice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006840" y="3200400"/>
            <a:ext cx="21488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Click any card &amp; start recording your answer immediately before panic sets in.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MAGIC TRICK 🪄✨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"How to Say It Better" Executive STAR Transformer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E293B"/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48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💩 What You Spoke (Raw Panic Transcript)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246888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"Um... so, like, our database was getting super slow and crashing all the time... so I went in and, you know, added some cache stuff and fixed some index queries... and basically it stopped crashing so much, I think?"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26480" y="1645920"/>
            <a:ext cx="5303520" cy="4389120"/>
          </a:xfrm>
          <a:prstGeom prst="rect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💎 What VoiceCraft Turns It Into (Exec STAR)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0" y="246888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"I spearheaded the database optimization initiative (Situation/Task) by implementing Redis query caching and restructuring database indexes (Action), which reduced API P99 latency by 45% and eliminated production outages (Result)."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BOTTOM LINE 📈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VoiceCraft Will Make You Unstoppable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51460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9456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2918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Awkward Silence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931920"/>
            <a:ext cx="2148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more blanking mid-interview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29000" y="1645920"/>
            <a:ext cx="251460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219456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-85%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520440" y="32918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Filler Word Count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11880" y="3931920"/>
            <a:ext cx="2148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Say goodbye to "um" and "like"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645920"/>
            <a:ext cx="251460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219456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100%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217920" y="32918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Quantified Impact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09360" y="3931920"/>
            <a:ext cx="2148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Every story has a real Result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823960" y="1645920"/>
            <a:ext cx="251460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15400" y="219456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10x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8915400" y="32918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Offer Rate Boost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006840" y="3931920"/>
            <a:ext cx="2148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Confidence is 90% of the battle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0698480" cy="5120640"/>
          </a:xfrm>
          <a:prstGeom prst="rect">
            <a:avLst/>
          </a:prstGeom>
          <a:solidFill>
            <a:srgbClr val="1E293B"/>
          </a:solidFill>
          <a:ln w="381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28016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🎉 GO FORTH &amp; GET HIRED!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097280" y="219456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VoiceCraft / Kadence AI is ready to supercharge your vocal confidence.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310896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ACC1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Any Questions?  (Or are you too busy counting your "ums" right now? 😉)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840480" y="4114800"/>
            <a:ext cx="4389120" cy="7315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0" y="411480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🚀 Try VoiceCraft Now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2026-07-25T23:02:40Z</dcterms:created>
  <dcterms:modified xsi:type="dcterms:W3CDTF">2026-07-25T23:02:40Z</dcterms:modified>
</cp:coreProperties>
</file>