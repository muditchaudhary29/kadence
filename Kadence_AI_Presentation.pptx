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everyone! Today we present KADENCE AI, the ultimate voice telemetry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64240" cy="5486400"/>
          </a:xfrm>
          <a:prstGeom prst="rect">
            <a:avLst/>
          </a:prstGeom>
          <a:solidFill>
            <a:srgbClr val="18181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⚡ KADENCE 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to Stop Sounding Like a Nervous Potato in Technical Interviews 🥔✨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Real-Time Vocal Telemetry Shield that Banishes "Um", "Like", &amp; Panic Silences Forever.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2468880" cy="548640"/>
          </a:xfrm>
          <a:prstGeom prst="roundRect">
            <a:avLst>
              <a:gd name="adj" fmla="val 25000"/>
            </a:avLst>
          </a:prstGeom>
          <a:solidFill>
            <a:srgbClr val="09090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🚨 47 Filler Words /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3291840"/>
            <a:ext cx="2468880" cy="548640"/>
          </a:xfrm>
          <a:prstGeom prst="roundRect">
            <a:avLst>
              <a:gd name="adj" fmla="val 25000"/>
            </a:avLst>
          </a:prstGeom>
          <a:solidFill>
            <a:srgbClr val="09090B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291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🏎️ 220 WPM Panic Speed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2468880" cy="548640"/>
          </a:xfrm>
          <a:prstGeom prst="roundRect">
            <a:avLst>
              <a:gd name="adj" fmla="val 25000"/>
            </a:avLst>
          </a:prstGeom>
          <a:solidFill>
            <a:srgbClr val="09090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291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👻 Ghost Result Syndrome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9680" y="3291840"/>
            <a:ext cx="2377440" cy="548640"/>
          </a:xfrm>
          <a:prstGeom prst="roundRect">
            <a:avLst>
              <a:gd name="adj" fmla="val 25000"/>
            </a:avLst>
          </a:prstGeom>
          <a:solidFill>
            <a:srgbClr val="09090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🪄 1-Click Executive STAR</a:t>
            </a:r>
            <a:endParaRPr lang="en-US" sz="1100" dirty="0"/>
          </a:p>
        </p:txBody>
      </p:sp>
      <p:pic>
        <p:nvPicPr>
          <p:cNvPr id="14" name="Image 0" descr="/Users/parththakur/.gemini/antigravity/scratch/voicecraft/public/kadence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23360"/>
            <a:ext cx="103327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KADENCE AI  |  PROBLEM DIAGNOSIS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Expectation vs. Reality: The Interview Meltdown 🤡</a:t>
            </a:r>
            <a:endParaRPr lang="en-US" sz="2600" dirty="0"/>
          </a:p>
        </p:txBody>
      </p:sp>
      <p:pic>
        <p:nvPicPr>
          <p:cNvPr id="4" name="Image 0" descr="/Users/parththakur/.gemini/antigravity/scratch/voicecraft/public/interview_pan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530352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280160"/>
            <a:ext cx="5212080" cy="4754880"/>
          </a:xfrm>
          <a:prstGeom prst="rect">
            <a:avLst/>
          </a:prstGeom>
          <a:solidFill>
            <a:srgbClr val="18181B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🫠 What Happens 30 Seconds into Live Interview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"Um, so... basically... like... you know..." 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Brain reboots like Windows 95 mid-sentence 💻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Speaking at 210 WPM like Eminem speed-rapping 🎤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Forgot the Result entirely &amp; ended with "...and yeah" 💀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Panic sweating while interviewers stare blankly 😳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KADENCE AI  |  THE HALL OF SHAME 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Meet the 4 Villains Exterminated by KADENCE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514600" cy="4754880"/>
          </a:xfrm>
          <a:prstGeom prst="rect">
            <a:avLst/>
          </a:prstGeom>
          <a:solidFill>
            <a:srgbClr val="18181B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Filler Fiend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Averages 18 "um"s and 24 "like"s per minute. Dilutes authority by 90%.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280160"/>
            <a:ext cx="2514600" cy="4754880"/>
          </a:xfrm>
          <a:prstGeom prst="rect">
            <a:avLst/>
          </a:prstGeom>
          <a:solidFill>
            <a:srgbClr val="18181B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6459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🏎️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Speed Demon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32918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Speaks at 220 WPM without breathing. Listener needs CPR.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14600" cy="4754880"/>
          </a:xfrm>
          <a:prstGeom prst="rect">
            <a:avLst/>
          </a:prstGeom>
          <a:solidFill>
            <a:srgbClr val="18181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459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🦥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63640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Sloth Pauser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32918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4-second awkward silences between sentences while brain reboots.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960" y="1280160"/>
            <a:ext cx="2514600" cy="4754880"/>
          </a:xfrm>
          <a:prstGeom prst="rect">
            <a:avLst/>
          </a:prstGeom>
          <a:solidFill>
            <a:srgbClr val="18181B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16459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👻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961120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Ghost Result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06840" y="32918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Tells a 5-minute story... forgets to mention what actually happened.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KADENCE AI  |  CORE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KADENCE AI: Real-Time Vocal Telemetry &amp; Visual Analytics</a:t>
            </a:r>
            <a:endParaRPr lang="en-US" sz="2600" dirty="0"/>
          </a:p>
        </p:txBody>
      </p:sp>
      <p:pic>
        <p:nvPicPr>
          <p:cNvPr id="4" name="Image 0" descr="/Users/parththakur/.gemini/antigravity/scratch/voicecraft/public/kadence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566928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280160"/>
            <a:ext cx="4846320" cy="1051560"/>
          </a:xfrm>
          <a:prstGeom prst="rect">
            <a:avLst/>
          </a:prstGeom>
          <a:solidFill>
            <a:srgbClr val="18181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0" y="1371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🎙️ Live Audio Waveform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1691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Web Audio API canvas visualizer to monitor voice energy.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0" y="2468880"/>
            <a:ext cx="4846320" cy="1051560"/>
          </a:xfrm>
          <a:prstGeom prst="rect">
            <a:avLst/>
          </a:prstGeom>
          <a:solidFill>
            <a:srgbClr val="18181B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2560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⚡ WPM Speed Arc Gauge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66560" y="28803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Keeps pace in optimal 120–160 WPM green zone. Red = Slow down!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0" y="3657600"/>
            <a:ext cx="4846320" cy="1051560"/>
          </a:xfrm>
          <a:prstGeom prst="rect">
            <a:avLst/>
          </a:prstGeom>
          <a:solidFill>
            <a:srgbClr val="18181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3749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Filler Word Engine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656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Detects "um", "like", "basically" with red transcript pill markers.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0" y="4846320"/>
            <a:ext cx="4846320" cy="1051560"/>
          </a:xfrm>
          <a:prstGeom prst="rect">
            <a:avLst/>
          </a:prstGeom>
          <a:solidFill>
            <a:srgbClr val="18181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4937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STAR Radar Analysis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766560" y="5257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Evaluates Situation, Task, Action, &amp; Result completeness live.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KADENCE AI  |  SMART QUESTION GENERATION 🧠⚡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Notes-to-Questions: Drop Messy Docs -&gt; Get FAANG Questions</a:t>
            </a:r>
            <a:endParaRPr lang="en-US" sz="2600" dirty="0"/>
          </a:p>
        </p:txBody>
      </p:sp>
      <p:pic>
        <p:nvPicPr>
          <p:cNvPr id="4" name="Image 0" descr="/Users/parththakur/.gemini/antigravity/scratch/voicecraft/public/kadence_not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566928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280160"/>
            <a:ext cx="4846320" cy="1051560"/>
          </a:xfrm>
          <a:prstGeom prst="rect">
            <a:avLst/>
          </a:prstGeom>
          <a:solidFill>
            <a:srgbClr val="18181B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0" y="1371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📁 Step 1: Dump Messy Notes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1691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Drag &amp; drop .txt, .md, or .pdf project notes.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0" y="2468880"/>
            <a:ext cx="4846320" cy="1051560"/>
          </a:xfrm>
          <a:prstGeom prst="rect">
            <a:avLst/>
          </a:prstGeom>
          <a:solidFill>
            <a:srgbClr val="18181B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2560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🤖 Step 2: Concept Sniffer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66560" y="28803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Extracts technical buzzwords, terms, &amp; milestones.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0" y="3657600"/>
            <a:ext cx="4846320" cy="1051560"/>
          </a:xfrm>
          <a:prstGeom prst="rect">
            <a:avLst/>
          </a:prstGeom>
          <a:solidFill>
            <a:srgbClr val="18181B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3749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🔥 Step 3: Grill Generator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656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Spits out 5-8 hyper-specific STAR questions.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0" y="4846320"/>
            <a:ext cx="4846320" cy="1051560"/>
          </a:xfrm>
          <a:prstGeom prst="rect">
            <a:avLst/>
          </a:prstGeom>
          <a:solidFill>
            <a:srgbClr val="18181B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4937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Step 4: 1-Click Practice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766560" y="5257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Click any card &amp; start live vocal practice.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KADENCE AI  |  AI REWRITE ENGINE 🪄✨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"How to Say It Better" Executive STAR Transformer</a:t>
            </a:r>
            <a:endParaRPr lang="en-US" sz="2600" dirty="0"/>
          </a:p>
        </p:txBody>
      </p:sp>
      <p:pic>
        <p:nvPicPr>
          <p:cNvPr id="4" name="Image 0" descr="/Users/parththakur/.gemini/antigravity/scratch/voicecraft/public/executive_transform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10698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KADENCE AI  |  MEASURABLE IMPACT 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KADENCE AI Will Make You Unstoppable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514600" cy="47548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Awkward Silence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more blanking mid-interview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280160"/>
            <a:ext cx="2514600" cy="47548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0116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-85%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20440" y="3108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Filler Word Count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84048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Say goodbye to "um" and "like"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14600" cy="47548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0116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17920" y="3108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Quantified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384048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story has a real Result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960" y="1280160"/>
            <a:ext cx="2514600" cy="47548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0116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10x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915400" y="3108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Offer Rate Boost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6840" y="384048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Confidence is 90% of the battle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120640"/>
          </a:xfrm>
          <a:prstGeom prst="rect">
            <a:avLst/>
          </a:prstGeom>
          <a:solidFill>
            <a:srgbClr val="18181B"/>
          </a:solidFill>
          <a:ln w="381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2801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🎉 GO FORTH &amp; GET HIRED!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KADENCE AI is ready to supercharge your vocal confidence.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 Questions?  (Or are you too busy counting your "ums" right now? 😉)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0" y="4114800"/>
            <a:ext cx="4389120" cy="7315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41148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Try KADENCE AI Now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2026-07-25T23:25:40Z</dcterms:created>
  <dcterms:modified xsi:type="dcterms:W3CDTF">2026-07-25T23:25:40Z</dcterms:modified>
</cp:coreProperties>
</file>