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present VoiceCraft (also known as Kadence AI), an end-to-end AI platform designed to transform how candidates practice and master interview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High-stakes interviews fail not because candidates lack knowledge, but because verbal execution falters under pressure. VoiceCraft directly targets these 4 core friction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VoiceCraft transforms subjective interview practice into an objective, data-driven feedback loop powered by live browser telemetry and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our telemetry engine: WPM tracking, filler word detection, and the STAR framework radar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Candidates can upload their own resume notes, project documentation, or study guides to generate hyper-relevant interview questions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AI rewrite engine transforms casual spoken responses into crisp, executive STAR stories that impress hiring managers.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VoiceCraft is engineered cleanly with client-side speech telemetry, zero latency audio visualization, and modular LLM orchestration.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you! VoiceCraft is ready to empower millions of candidates with AI-powered verbal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0698480" cy="4389120"/>
          </a:xfrm>
          <a:prstGeom prst="rect">
            <a:avLst/>
          </a:prstGeom>
          <a:solidFill>
            <a:srgbClr val="18181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4630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VoiceCraft / Kadence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Next-Generation AI Speech &amp; Interview Coach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Vocal Telemetry  •  STAR Method Radar  •  Notes-to-Questions Engine  •  AI Executive Rewrite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402336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272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🎙️ Live Audio Canvas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402336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272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⚡ WPM Speed Arc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402336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272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Filler Word Engine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402336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272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PDF / Notes Generator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846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Presented by Product &amp; Engineering Team  |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CORE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Job Seekers &amp; Speakers Struggle in High-Stakes Interviews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37160" cy="2011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Uncontrolled Pacing &amp; Velocity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Nerves cause candidates to speak too fast (&gt;170 WPM) or pause unnaturally, making points hard to follow.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120640" cy="20116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645920"/>
            <a:ext cx="137160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Excessive Filler Word Dilution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Frequent hesitation terms ("um", "like", "basically", "you know") erode perceived authority and confidence.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931920"/>
            <a:ext cx="137160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Unstructured Response Framework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45720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Candidates fail to structure stories around Situation, Task, Action, and Result (STAR), missing key impact metrics.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3931920"/>
            <a:ext cx="5120640" cy="20116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931920"/>
            <a:ext cx="137160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Generic &amp; Unfocused Practice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45720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Generic question banks do not prepare candidates for specific resume projects, technical notes, or job specs.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VoiceCraft AI: Real-Time Vocal Telemetry &amp; AI Coaching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14600" cy="4389120"/>
          </a:xfrm>
          <a:prstGeom prst="rect">
            <a:avLst/>
          </a:prstGeom>
          <a:solidFill>
            <a:srgbClr val="18181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🎙️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Voice Telemetry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 Audio API canvas visualizer &amp; Web Speech API real-time microphone voice-to-text.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514600" cy="4389120"/>
          </a:xfrm>
          <a:prstGeom prst="rect">
            <a:avLst/>
          </a:prstGeom>
          <a:solidFill>
            <a:srgbClr val="18181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920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1188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Precision Metrics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38328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Instant calculation of WPM speed arc, filler word ratio, and vocal confidence scores.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514600" cy="4389120"/>
          </a:xfrm>
          <a:prstGeom prst="rect">
            <a:avLst/>
          </a:prstGeom>
          <a:solidFill>
            <a:srgbClr val="18181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920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STAR Radar Analysis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338328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Multi-dimensional radar evaluation scoring Situation, Task, Action, &amp; Result completeness.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23960" y="1645920"/>
            <a:ext cx="2514600" cy="4389120"/>
          </a:xfrm>
          <a:prstGeom prst="rect">
            <a:avLst/>
          </a:prstGeom>
          <a:solidFill>
            <a:srgbClr val="18181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1920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🪄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00684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AI Rewrite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06840" y="338328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strengths, growth tips, and an executive-level STAR response rewrite.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DEEP-DIVE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Vocal Telemetry &amp; Visual Analytics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⚡ Speed &amp; Filler Telemetry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WPM Arc Gauge: Tracks speaking rate against optimal 120–160 WPM sweet spot.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Filler Word Engine: Detects "um", "like", "basically", "you know" with count &amp; ratio.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Live Transcript Pills: Highlight filler occurrences dynamically inside transcript viewer.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Confidence Index: Multi-factor vocal stability score calculated continuously.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303520" cy="438912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STAR Framework Radar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468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Situation (25%): Verifies background context and team setup.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Task (25%): Validates clear responsibility &amp; target objective.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Action (25%): Evaluates specific personal execution steps &amp; technical details.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Result (25%): Checks for quantitative impact metrics (% revenue, latency, speedup).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SMART QUESTION GENERATION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Notes-to-Questions AI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14600" cy="4023360"/>
          </a:xfrm>
          <a:prstGeom prst="rect">
            <a:avLst/>
          </a:prstGeom>
          <a:solidFill>
            <a:srgbClr val="18181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Upload Material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Drag &amp; drop .txt, .md, or .pdf files. Powered by client-side PDF.js parsing.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514600" cy="4023360"/>
          </a:xfrm>
          <a:prstGeom prst="rect">
            <a:avLst/>
          </a:prstGeom>
          <a:solidFill>
            <a:srgbClr val="18181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103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1188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Concept Extraction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38328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Extracts technical terms, frameworks, project milestones, &amp; action verbs.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514600" cy="4023360"/>
          </a:xfrm>
          <a:prstGeom prst="rect">
            <a:avLst/>
          </a:prstGeom>
          <a:solidFill>
            <a:srgbClr val="18181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103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 Generation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338328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Maps concepts into 5-8 custom STAR, technical, and behavioral questions.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23960" y="1828800"/>
            <a:ext cx="2514600" cy="4023360"/>
          </a:xfrm>
          <a:prstGeom prst="rect">
            <a:avLst/>
          </a:prstGeom>
          <a:solidFill>
            <a:srgbClr val="18181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2103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0684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1-Click Practice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06840" y="338328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Click any generated question card to immediately launch a live vocal practice session.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COACHING ENGINE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AI Feedback &amp; Executive STAR Rewrite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Automated Feedback Insights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✔ Identified Strengths: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• Clear action verbs and logical sequencing.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• Effective articulation of technical complexity.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Areas for Improvement: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• Pacing dropped during technical explanation.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• Missing quantifiable metrics in Result section.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• Reduced filler word reliance during transitions.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303520" cy="4389120"/>
          </a:xfrm>
          <a:prstGeom prst="rect">
            <a:avLst/>
          </a:prstGeom>
          <a:solidFill>
            <a:srgbClr val="18181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✨ "How to Say It Better" Executive Rewrite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Raw Transcript vs. Executive Rewrite: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"Um, so we had this issue with slow database queries..."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⬇️ Executive STAR Rewrite: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"I led the database optimization initiative (Situation/Task) by implementing Redis query caching and index restructuring (Action), which reduced API P99 latency by 45% (Result)."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TECHNICAL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Stack, Data Flow &amp; LLM Schema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Frontend UI &amp; Visuals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React 18 &amp; Vite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Tailwind CSS Dark Theme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Recharts Radar &amp; Arc Charts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Lucide Icons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120640" cy="20116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Audio &amp; Speech Telemetry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Web Audio API (AudioContext)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AnalyserNode Canvas Wave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Web Speech API STT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Real-Time WPM Calculator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Document &amp; State Engine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FileReader API (.txt/.md)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PDF.js Client-Side Parser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localStorage Session Vault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Keyword Extractor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5120640" cy="20116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LLM Orchestration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Validated JSON Output Schema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Modular System Prompt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Multi-Provider (GPT-4o/Gemini/Claude)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Offline-First Fallback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 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Roadmap to Next-Gen Voice Coaching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solidFill>
            <a:srgbClr val="18181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 (Current)  |  COMPLETED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 Voice Telemetry &amp; Notes Engine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WPM, filler word detection, STAR radar chart, document parser, local session history.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698480" cy="12801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4612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 (Q3 2026)  |  IN DEVELOPMENT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Multimodal Video &amp; Gesture Analysis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88620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Webcam eye-contact tracking, body posture score, micro-expression confidence feedback.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10698480" cy="12801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70916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 (Q4 2026)  |  PLANNED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498348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Adaptive AI Conversational Interviewer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5349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voice avatar asking adaptive follow-up questions with enterprise team dashboards.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2026-07-25T22:53:19Z</dcterms:created>
  <dcterms:modified xsi:type="dcterms:W3CDTF">2026-07-25T22:53:19Z</dcterms:modified>
</cp:coreProperties>
</file>